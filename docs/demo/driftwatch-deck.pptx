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6" r:id="rId18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One-liner: an agent that audits an OCI tenancy for cost waste and shadow infrastructure — and can prove, line by line, how every verdict was reached. Everything in this deck is backed by committed artifacts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stakes. Cost waste is a money problem; unattributed infra is a security problem; unprovable reasoning is a trust problem. Driftwatch attacks all three in one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hand-rolled: the loop is the thesis, not plumbing. The bounds are load-bearing: capped agent loops are the #1 defence against a hung run in front of a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required integration, and it is load-bearing: the rules that drive findings come FROM Zetaris, verified through transport. The runbook is in docs/zetaris-policy-operations.md with a full execution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one-slide proof of the sponsor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republished the policy WITHOUT rule R-1 as a new immutable snapshot and ran the identical audit. Exactly one finding disappeared — the one R-1 produces — and nothing else moved, computed through the full loop with provider=zetaris lineage in the trace. The right half is the real terminal frame from the committed acceptance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should note the sequence: capability probe first (ephemeral session table), permanent registration only after, validation after transport, degradation labeled in the report. Found on day one of the live run; notes/zetaris-engine-defects-2026-10-22.md.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held-out generator matters most: hand-written tests only measure how well you predicted yourself. Seeded generation samples the space — and earned its keep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hackathon with mandatory tooling and a dead quota is still an honesty test. The build log says exactly who did what — that transparency is itself an AI-usage-policy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beat: the judges' own reproducibility is part of the product. Point to output_examples/zetaris_acceptance_2026-10-22/ if asked 'did the sponsor integration actually do anything?' — acceptance.json answers with computed diffs.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ntnoumous/antynomoushackathon26" TargetMode="Externa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Driftwatch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The cloud-audit agent that shows its work</a:t>
            </a:r>
          </a:p>
          <a:p>
            <a:r>
              <a:rPr>
                <a:solidFill>
                  <a:srgbClr val="E8ECF4"/>
                </a:solidFill>
              </a:rPr>
              <a:t>Evidence lineage · adversarial critique · a live sponsor data plane</a:t>
            </a:r>
          </a:p>
          <a:p>
            <a:r>
              <a:rPr>
                <a:solidFill>
                  <a:srgbClr val="E8ECF4"/>
                </a:solidFill>
              </a:rPr>
              <a:t>Open Agent Hackathon 2026 · Wildcard [Tinkerer] · solo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The problem: confident verdicts, no receipts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DE3EC"/>
                </a:solidFill>
              </a:rPr>
              <a:t>Cloud tenancies quietly accumulate waste and unattributed “shadow” resources</a:t>
            </a:r>
          </a:p>
          <a:p>
            <a:pPr/>
            <a:r>
              <a:rPr sz="2000">
                <a:solidFill>
                  <a:srgbClr val="DDE3EC"/>
                </a:solidFill>
              </a:rPr>
              <a:t>LLM audit demos produce confident findings with no way to check how they were derived</a:t>
            </a:r>
          </a:p>
          <a:p>
            <a:pPr/>
            <a:r>
              <a:rPr sz="2000" b="1">
                <a:solidFill>
                  <a:srgbClr val="7DD3FC"/>
                </a:solidFill>
              </a:rPr>
              <a:t>Trust needs three things — evidence for every claim, a critic that can reject findings, and a reproducible record of the reasoning</a:t>
            </a:r>
          </a:p>
          <a:p>
            <a:pPr/>
            <a:r>
              <a:rPr sz="2000">
                <a:solidFill>
                  <a:srgbClr val="DDE3EC"/>
                </a:solidFill>
              </a:rPr>
              <a:t>And the auditor should consume governed data where governance lives — not a scraped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Four named agents, one bounded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DE3EC"/>
                </a:solidFill>
              </a:rPr>
              <a:t>Planner → Scout → Skeptic → Writer — handoffs traced to JSONL, every event</a:t>
            </a:r>
          </a:p>
          <a:p>
            <a:pPr/>
            <a:r>
              <a:rPr sz="2000">
                <a:solidFill>
                  <a:srgbClr val="DDE3EC"/>
                </a:solidFill>
              </a:rPr>
              <a:t>The Skeptic can reject a finding and force a re-investigation — rejection is as visible as acceptance</a:t>
            </a:r>
          </a:p>
          <a:p>
            <a:pPr/>
            <a:r>
              <a:rPr sz="2000">
                <a:solidFill>
                  <a:srgbClr val="7DD3FC"/>
                </a:solidFill>
              </a:rPr>
              <a:t>A figures guard refuses any number in the report that no evidence item supports</a:t>
            </a:r>
          </a:p>
          <a:p>
            <a:pPr/>
            <a:r>
              <a:rPr sz="2000">
                <a:solidFill>
                  <a:srgbClr val="DDE3EC"/>
                </a:solidFill>
              </a:rPr>
              <a:t>Hard caps: rounds, per-source deadlines, total budget — no unbounded debate, runs finish in minutes</a:t>
            </a:r>
          </a:p>
          <a:p>
            <a:pPr/>
            <a:r>
              <a:rPr sz="2000" i="1">
                <a:solidFill>
                  <a:srgbClr val="94A3B8"/>
                </a:solidFill>
              </a:rPr>
              <a:t>Hand-rolled, no orchestration framework — 456 tests instead of a dependency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Zetaris: the data plane, live and least-privileged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DE3EC"/>
                </a:solidFill>
              </a:rPr>
              <a:t>Policy snapshots published as immutable filestore tables on the live Zetaris gateway (synthetic data, real engine)</a:t>
            </a:r>
          </a:p>
          <a:p>
            <a:pPr/>
            <a:r>
              <a:rPr sz="2000" b="1">
                <a:solidFill>
                  <a:srgbClr val="7DD3FC"/>
                </a:solidFill>
              </a:rPr>
              <a:t>The agent fetches policy via two pinned SELECTs — then re-verifies row count, content digest and scope hash after transport, before any agent touches a rule</a:t>
            </a:r>
          </a:p>
          <a:p>
            <a:pPr/>
            <a:r>
              <a:rPr sz="2000">
                <a:solidFill>
                  <a:srgbClr val="DDE3EC"/>
                </a:solidFill>
              </a:rPr>
              <a:t>Runtime identity is a SELECT-only user; the refusal of CREATE/GRANT is recorded evidence, not a promise</a:t>
            </a:r>
          </a:p>
          <a:p>
            <a:pPr/>
            <a:r>
              <a:rPr sz="2000">
                <a:solidFill>
                  <a:srgbClr val="DDE3EC"/>
                </a:solidFill>
              </a:rPr>
              <a:t>Full operations runbook: staged checksums, ephemeral capability probe first, one statement per request, scripted rollback</a:t>
            </a:r>
          </a:p>
          <a:p>
            <a:pPr/>
            <a:r>
              <a:rPr sz="2000">
                <a:solidFill>
                  <a:srgbClr val="94A3B8"/>
                </a:solidFill>
              </a:rPr>
              <a:t>Sample mode never reads sponsor env at all — credentials-free and network-free by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Meterless: the engine is load-bearing, the provider is honest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>
                <a:solidFill>
                  <a:srgbClr val="DDE3EC"/>
                </a:solidFill>
              </a:rPr>
              <a:t>World Model engine in app/world_model/ — immutable observation store, validated ingestion, context pinned to one exact run</a:t>
            </a:r>
          </a:p>
          <a:p>
            <a:pPr/>
            <a:r>
              <a:rPr sz="1700">
                <a:solidFill>
                  <a:srgbClr val="DDE3EC"/>
                </a:solidFill>
              </a:rPr>
              <a:t>Scout and Skeptic both read through it; every finding carries the provenance of the observation behind it</a:t>
            </a:r>
          </a:p>
          <a:p>
            <a:pPr/>
            <a:r>
              <a:rPr sz="1700">
                <a:solidFill>
                  <a:srgbClr val="7DD3FC"/>
                </a:solidFill>
              </a:rPr>
              <a:t>Acceptance is generated, not written: verify_world_model.py rebuilds the proof offline, with no credentials</a:t>
            </a:r>
          </a:p>
          <a:p>
            <a:pPr/>
            <a:r>
              <a:rPr sz="1700">
                <a:solidFill>
                  <a:srgbClr val="DDE3EC"/>
                </a:solidFill>
              </a:rPr>
              <a:t>Nightshift is wired to the documented contract — bearer auth, /v1/models discovery, 60s budget, redirects refused — and contract-tested</a:t>
            </a:r>
          </a:p>
          <a:p>
            <a:pPr/>
            <a:r>
              <a:rPr sz="1700" i="1">
                <a:solidFill>
                  <a:srgbClr val="94A3B8"/>
                </a:solidFill>
              </a:rPr>
              <a:t>Not yet live: the vendor's Mac build fails Gatekeeper and we did not bypass it, so the report says not_used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The causal experiment — not a demo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822960"/>
            <a:ext cx="5669280" cy="4039182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r>
                        <a:t>live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policy 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finding from R-1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example1_base_v2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eee5 · cost_waste · ACCEPTED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example1_no_volume_v2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GONE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other findings identical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474720"/>
          <a:ext cx="51206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11480">
                <a:tc>
                  <a:txBody>
                    <a:bodyPr/>
                    <a:lstStyle/>
                    <a:p>
                      <a:r>
                        <a:t>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proved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dead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degrades honestly — sponsor_acceptance: FALSE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tampered digest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rejected before use — zero fabricated output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685800"/>
            <a:ext cx="5120640" cy="411480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Same scenario, same code, one rule unpublished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Our guard caught a supplier bug in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DE3EC"/>
                </a:solidFill>
              </a:rPr>
              <a:t>The live engine’s CSV parser silently truncates cells at embedded quotes — row counts and headers looked fine</a:t>
            </a:r>
          </a:p>
          <a:p>
            <a:pPr/>
            <a:r>
              <a:rPr sz="2000" b="1">
                <a:solidFill>
                  <a:srgbClr val="7DD3FC"/>
                </a:solidFill>
              </a:rPr>
              <a:t>Our content-digest check rejected every fetch; the run degraded to fixture data honestly — no corrupted rule ever reached an agent</a:t>
            </a:r>
          </a:p>
          <a:p>
            <a:pPr/>
            <a:r>
              <a:rPr sz="2000">
                <a:solidFill>
                  <a:srgbClr val="DDE3EC"/>
                </a:solidFill>
              </a:rPr>
              <a:t>Response: quote-safe re-export (digests unchanged), new immutable snapshots, v1 revoked and dropped, supplier defect report written up</a:t>
            </a:r>
          </a:p>
          <a:p>
            <a:pPr/>
            <a:r>
              <a:rPr sz="2000" i="1">
                <a:solidFill>
                  <a:srgbClr val="FBBF24"/>
                </a:solidFill>
              </a:rPr>
              <a:t>“A connector’s happy path is not its contract — validate the payload after the wire, not just the status code.”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Measured, not promised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7DD3FC"/>
                </a:solidFill>
              </a:rPr>
              <a:t>3 curated scenarios: precision 1.0 · recall 1.0 · verdict accuracy 1.0 · deterministic</a:t>
            </a:r>
          </a:p>
          <a:p>
            <a:pPr/>
            <a:r>
              <a:rPr sz="2000">
                <a:solidFill>
                  <a:srgbClr val="DDE3EC"/>
                </a:solidFill>
              </a:rPr>
              <a:t>10 held-out generated tenancies: same scores — and the generator exposed two real defects the curated set missed; both fixed, both now guarded by tests</a:t>
            </a:r>
          </a:p>
          <a:p>
            <a:pPr/>
            <a:r>
              <a:rPr sz="2000">
                <a:solidFill>
                  <a:srgbClr val="DDE3EC"/>
                </a:solidFill>
              </a:rPr>
              <a:t>456 tests; sample-mode isolation enforced by blocking sockets and subprocess creation with sponsor vars present and absent</a:t>
            </a:r>
          </a:p>
          <a:p>
            <a:pPr/>
            <a:r>
              <a:rPr sz="2000">
                <a:solidFill>
                  <a:srgbClr val="DDE3EC"/>
                </a:solidFill>
              </a:rPr>
              <a:t>Packaging verified from fresh clone, in containers on x86 and arm64, via POST /run — JSON in, JSON out, no UI needed</a:t>
            </a:r>
          </a:p>
          <a:p>
            <a:pPr/>
            <a:r>
              <a:rPr sz="2000">
                <a:solidFill>
                  <a:srgbClr val="94A3B8"/>
                </a:solidFill>
              </a:rPr>
              <a:t>Every external call has a timeout; every loop has a cap; a run finishes in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How it was built — attributed honestly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DE3EC"/>
                </a:solidFill>
              </a:rPr>
              <a:t>Cursor agent CLI drove Tasks 1–2 (session logs retained); free-tier quota exhausted mid-window — blocker posted to HackOS, the announced rule change captured</a:t>
            </a:r>
          </a:p>
          <a:p>
            <a:pPr/>
            <a:r>
              <a:rPr sz="2000">
                <a:solidFill>
                  <a:srgbClr val="DDE3EC"/>
                </a:solidFill>
              </a:rPr>
              <a:t>Hermes agent drove Tasks 3–6 with TDD throughout; per-task attribution lives in the committed build log</a:t>
            </a:r>
          </a:p>
          <a:p>
            <a:pPr/>
            <a:r>
              <a:rPr sz="2000">
                <a:solidFill>
                  <a:srgbClr val="94A3B8"/>
                </a:solidFill>
              </a:rPr>
              <a:t>Every mutating step on the live Zetaris instance went through a dry-run approval package first — recorded in decisions.md</a:t>
            </a:r>
          </a:p>
          <a:p>
            <a:pPr/>
            <a:r>
              <a:rPr sz="2000">
                <a:solidFill>
                  <a:srgbClr val="DDE3EC"/>
                </a:solidFill>
              </a:rPr>
              <a:t>NVIDIA: model path is provider-agnostic (OpenAI-compatible, Nemotron-capable endpoints unconfirmed) — stated as-is</a:t>
            </a:r>
          </a:p>
          <a:p>
            <a:pPr/>
            <a:r>
              <a:rPr sz="2000">
                <a:solidFill>
                  <a:srgbClr val="DDE3EC"/>
                </a:solidFill>
              </a:rPr>
              <a:t>Meterless: World Model engine implemented in app/world_model/ and consumed by Scout and Skeptic, with generated offline acceptance; Nightshift provider implemented and contract-tested, never served a live request (vendor Mac build fails Gatekeeper) — stated as-is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E8ECF4"/>
                </a:solidFill>
              </a:rPr>
              <a:t>Run it yourself — no keys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7DD3FC"/>
                </a:solidFill>
                <a:latin typeface="Menlo"/>
                <a:hlinkClick r:id="rId2"/>
              </a:rPr>
              <a:t>git clone https://github.com/antnoumous/antynomoushackathon26</a:t>
            </a:r>
          </a:p>
          <a:p>
            <a:pPr/>
            <a:r>
              <a:rPr sz="2000">
                <a:solidFill>
                  <a:srgbClr val="DDE3EC"/>
                </a:solidFill>
                <a:latin typeface="Menlo"/>
              </a:rPr>
              <a:t>python3.11 -m venv .venv &amp;&amp; .venv/bin/pip install -r requirements.txt</a:t>
            </a:r>
          </a:p>
          <a:p>
            <a:pPr/>
            <a:r>
              <a:rPr sz="2000">
                <a:solidFill>
                  <a:srgbClr val="DDE3EC"/>
                </a:solidFill>
                <a:latin typeface="Menlo"/>
              </a:rPr>
              <a:t>python run.py                      # full agent on cached data, credential-free</a:t>
            </a:r>
          </a:p>
          <a:p>
            <a:pPr/>
            <a:r>
              <a:rPr sz="2000">
                <a:solidFill>
                  <a:srgbClr val="DDE3EC"/>
                </a:solidFill>
                <a:latin typeface="Menlo"/>
              </a:rPr>
              <a:t>python -m evals.run_eval         # precision / recall / determinism, in seconds</a:t>
            </a:r>
          </a:p>
          <a:p>
            <a:pPr/>
            <a:r>
              <a:rPr sz="2200" b="1">
                <a:solidFill>
                  <a:srgbClr val="FBBF24"/>
                </a:solidFill>
              </a:rPr>
              <a:t>Driftwatch: every claim traces to evidence — every failure degrades honestly.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