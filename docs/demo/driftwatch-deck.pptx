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Driftwatch audits an OCI tenancy for cost waste and shadow infrastructure. Four agents, one bounded loop, and every artefact comes out of the run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pitch is not 'an LLM reads your cloud bill'. It is auditability: every claim traceable to a source, and a critique step that can throw a finding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deliberately boring: four names, explicit handoffs, hard caps. Everything it does is in the trace.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Zetaris is the governed-data seam. The causal proof: removing one rule removes exactly the one finding that rule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a judge can verify without any sponsor credentials: run the script, read the acceptance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deliberately unflattering. A configured provider with zero attempts is not an integration success, and the report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runs, one rule removed. The delta is one finding, and the guards are shown failing closed rather than silently succeeding.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screenshot is the actual terminal output of the Zetaris acceptance run that the evidence directory records. It is here so a judge can read the diff without leaving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slide: the guard that was built to catch our own bad data caught the vendor's.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on a slide are cheap. These are the ones the repo can reproduce, including the two defects the held-out generator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Attribution is a rule, not a courtesy. This slide lists what each tool actually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can clone and run this in two commands. Nothing installs at run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17320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4FD1C5"/>
                </a:solidFill>
                <a:latin typeface="Arial"/>
              </a:rPr>
              <a:t>OPEN AGENT HACKATHON 2026  ·  WILDCARD [TINKERER]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47088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400" b="1">
                <a:solidFill>
                  <a:srgbClr val="EDEFF4"/>
                </a:solidFill>
                <a:latin typeface="Arial"/>
              </a:rPr>
              <a:t>Driftwatch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35808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EDEFF4"/>
                </a:solidFill>
                <a:latin typeface="Arial"/>
              </a:rPr>
              <a:t>An OCI tenancy auditor that argues with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13632"/>
            <a:ext cx="8961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>
                <a:solidFill>
                  <a:srgbClr val="9BA6B8"/>
                </a:solidFill>
                <a:latin typeface="Arial"/>
              </a:rPr>
              <a:t>Evidence lineage  ·  adversarial critique  ·  a live sponsor data plane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4892040"/>
            <a:ext cx="10362895" cy="0"/>
          </a:xfrm>
          <a:prstGeom prst="line">
            <a:avLst/>
          </a:prstGeom>
          <a:ln w="12700">
            <a:solidFill>
              <a:srgbClr val="2A3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102352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Four agents, one bounded loop. Every finding carries the evidence
that produced it — and can be retracted when the evidence disagrees.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2655" y="5102352"/>
            <a:ext cx="2834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solo build</a:t>
            </a:r>
          </a:p>
          <a:p>
            <a:pPr algn="r">
              <a:lnSpc>
                <a:spcPct val="135000"/>
              </a:lnSpc>
            </a:pPr>
            <a:r>
              <a:rPr sz="1300" b="0">
                <a:solidFill>
                  <a:srgbClr val="9BA6B8"/>
                </a:solidFill>
                <a:latin typeface="Arial"/>
              </a:rPr>
              <a:t>Zetaris + Meterless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Confident verdicts, no receipts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Cloud tenancies accumulate waste and unattributed “shadow” resources that nobody declared and nobody owns.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LLM audit demos produce confident findings with no way to check how they were derived — and no way to disagree with them.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Trust needs three things: evidence for every claim, a critic that can reject a finding, and a reproducible record of the reasoning.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And the auditor should consume governed data where governance already lives — not a scraped summary of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Four named agents, one bounded loop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EFF4"/>
                </a:solidFill>
                <a:latin typeface="Arial"/>
              </a:rPr>
              <a:t>Planner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asks the
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39312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4FD1C5"/>
                </a:solidFill>
                <a:latin typeface="Arial"/>
              </a:rPr>
              <a:t>Scout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gathers
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4FD1C5"/>
                </a:solidFill>
                <a:latin typeface="Arial"/>
              </a:rPr>
              <a:t>Skeptic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attacks
the claim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89136" y="1874519"/>
            <a:ext cx="2395728" cy="1170432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164592" rIns="164592" tIns="91440" bIns="91440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DEFF4"/>
                </a:solidFill>
                <a:latin typeface="Arial"/>
              </a:rPr>
              <a:t>Writer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synthesises
what survives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01568"/>
            <a:ext cx="10362895" cy="25877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Handoffs, critique and retries are written to JSONL: which agent acted, on what input, with what status.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The Skeptic can reject a finding and force re-investigation — rejection is as visible as acceptance.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A figures guard refuses any number in the report that no evidence item supports.</a:t>
            </a:r>
          </a:p>
          <a:p>
            <a:pPr algn="l" marL="274320" indent="-274320">
              <a:lnSpc>
                <a:spcPct val="122000"/>
              </a:lnSpc>
              <a:spcAft>
                <a:spcPts val="900"/>
              </a:spcAft>
              <a:buFont typeface="Arial"/>
              <a:buChar char="—"/>
            </a:pPr>
            <a:r>
              <a:rPr sz="1550" b="0">
                <a:solidFill>
                  <a:srgbClr val="EDEFF4"/>
                </a:solidFill>
                <a:latin typeface="Arial"/>
              </a:rPr>
              <a:t>Hand-rolled, no orchestration framework: rounds, per-source deadlines and a total budget are all capped.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ZETARIS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data plane, live and least-privileged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Policy snapshots are published as immutable tables on the live Zetaris AI Data Gateway (synthetic data, real engine).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agent fetches them through two pinned SELECTs, then re-verifies row count, content digest and scope hash after transport — before any agent sees a rule.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runtime identity is SELECT-only; the refusal of CREATE and GRANT is recorded evidence, not a promise.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 failed digest degrades explicitly to the file source. It never silently serves a rule it could not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1 → 0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Republish without rule R-1: exactly one finding disappears, everything else is unchanged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4048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2 SELECTs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Pinned queries, digest and scope re-validated after the wire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METERLESS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World Model is load-bearing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An engine in app/world_model/: an immutable observation store, validated ingestion, and a context builder whose selections pin one exact run and source revision.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Scout and Skeptic both read their context through it. Every finding carries the provenance of the observation behind it.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Observations cannot be rewritten in place; a later snapshot cannot retro-fit an earlier candidate.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Acceptance is generated, not written: scripts/verify_world_model.py regenerates the proof offline, with no credentials and no network.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2 agents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Scout and Skeptic both read their context through it — not renamed state, not an unused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40480"/>
            <a:ext cx="2724912" cy="16459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offline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Proof regenerated locally; no sponsor runtime required to check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SPONSOR · METERLESS PROVIDER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Nightshift: wired, not yet live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722376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provider implements the documented contract: bearer auth, meterless-app header, /v1/models discovery before selection, three JSON schemas, a 60-second budget.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Redirects are refused, automatic POST retries are disabled, and a slow body cannot outrun the remaining audit deadline.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Accounting is truthful: real attempts, real fallbacks, and zero attempts reported as not_used rather than dressed up as a success.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No request has been served. The vendor’s Mac builds are ad-hoc signed and Gatekeeper rejects them; we did not bypass macOS security.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965960"/>
            <a:ext cx="2724912" cy="960120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BA6B8"/>
                </a:solidFill>
                <a:latin typeface="Arial"/>
              </a:rPr>
              <a:t>nightshift</a:t>
            </a:r>
          </a:p>
          <a:p>
            <a:pPr algn="l">
              <a:lnSpc>
                <a:spcPct val="110000"/>
              </a:lnSpc>
            </a:pPr>
            <a:r>
              <a:rPr sz="2000" b="1">
                <a:solidFill>
                  <a:srgbClr val="F2B36B"/>
                </a:solidFill>
                <a:latin typeface="Arial"/>
              </a:rPr>
              <a:t>not_used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063240"/>
            <a:ext cx="2724912" cy="14813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attempts   0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successes  0</a:t>
            </a:r>
          </a:p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9BA6B8"/>
                </a:solidFill>
                <a:latin typeface="Menlo"/>
              </a:rPr>
              <a:t>fallbacks 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causal experiment — not a demo branch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BA6B8"/>
                </a:solidFill>
                <a:latin typeface="Arial"/>
              </a:rPr>
              <a:t>Same scenario, same code, one rule unpublished.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395728"/>
          <a:ext cx="10360152" cy="1417320"/>
        </p:xfrm>
        <a:graphic>
          <a:graphicData uri="http://schemas.openxmlformats.org/drawingml/2006/table">
            <a:tbl>
              <a:tblPr firstRow="1" bandRow="1"/>
              <a:tblGrid>
                <a:gridCol w="1828800"/>
                <a:gridCol w="2834640"/>
                <a:gridCol w="1188720"/>
                <a:gridCol w="4507992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live run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policy snapshot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rules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9BA6B8"/>
                          </a:solidFill>
                          <a:latin typeface="Arial"/>
                        </a:rPr>
                        <a:t>finding from R-1</a:t>
                      </a:r>
                    </a:p>
                  </a:txBody>
                  <a:tcPr marL="128016" marR="128016" anchor="ctr">
                    <a:solidFill>
                      <a:srgbClr val="242A36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EDEFF4"/>
                          </a:solidFill>
                          <a:latin typeface="Arial"/>
                        </a:rPr>
                        <a:t>base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example1_base_v2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accepted · cost_waste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EDEFF4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example1_no_volume_v2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EDEFF4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4FD1C5"/>
                          </a:solidFill>
                          <a:latin typeface="Arial"/>
                        </a:rPr>
                        <a:t>gone — and nothing else moved</a:t>
                      </a:r>
                    </a:p>
                  </a:txBody>
                  <a:tcPr marL="128016" marR="128016" anchor="ctr">
                    <a:solidFill>
                      <a:srgbClr val="1E222C"/>
                    </a:solidFill>
                    <a:lnL w="9525" cap="flat" cmpd="sng" algn="ctr">
                      <a:solidFill>
                        <a:srgbClr val="2A3040"/>
                      </a:solidFill>
                    </a:lnL>
                    <a:lnR w="9525" cap="flat" cmpd="sng" algn="ctr">
                      <a:solidFill>
                        <a:srgbClr val="2A3040"/>
                      </a:solidFill>
                    </a:lnR>
                    <a:lnT w="9525" cap="flat" cmpd="sng" algn="ctr">
                      <a:solidFill>
                        <a:srgbClr val="2A3040"/>
                      </a:solidFill>
                    </a:lnT>
                    <a:lnB w="9525" cap="flat" cmpd="sng" algn="ctr">
                      <a:solidFill>
                        <a:srgbClr val="2A30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4224528"/>
            <a:ext cx="10362895" cy="5669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274320" rIns="164592" tIns="91440" bIns="91440"/>
          <a:lstStyle/>
          <a:p>
            <a:pPr algn="l"/>
            <a:r>
              <a:rPr sz="1200" b="1">
                <a:solidFill>
                  <a:srgbClr val="F2B36B"/>
                </a:solidFill>
                <a:latin typeface="Arial"/>
              </a:rPr>
              <a:t>dead endpoint</a:t>
            </a:r>
            <a:r>
              <a:rPr sz="1200">
                <a:solidFill>
                  <a:srgbClr val="9BA6B8"/>
                </a:solidFill>
                <a:latin typeface="Arial"/>
              </a:rPr>
              <a:t>     degrades honestly — sponsor_acceptance: FALSE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937760"/>
            <a:ext cx="10362895" cy="56692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ctr" wrap="square" lIns="274320" rIns="164592" tIns="91440" bIns="91440"/>
          <a:lstStyle/>
          <a:p>
            <a:pPr algn="l"/>
            <a:r>
              <a:rPr sz="1200" b="1">
                <a:solidFill>
                  <a:srgbClr val="F2B36B"/>
                </a:solidFill>
                <a:latin typeface="Arial"/>
              </a:rPr>
              <a:t>tampered digest pin</a:t>
            </a:r>
            <a:r>
              <a:rPr sz="1200">
                <a:solidFill>
                  <a:srgbClr val="9BA6B8"/>
                </a:solidFill>
                <a:latin typeface="Arial"/>
              </a:rPr>
              <a:t>     rejected before use — zero fabricated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EVIDENCE · ZETARIS ACCEPTANCE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The acceptance run, as it printed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160520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2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One command re-publishes the policy without rule R-1 and diffs the resulting findings against the base snapshot.</a:t>
            </a:r>
          </a:p>
          <a:p>
            <a:pPr algn="l" marL="274320" indent="-274320">
              <a:lnSpc>
                <a:spcPct val="122000"/>
              </a:lnSpc>
              <a:spcAft>
                <a:spcPts val="12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only_in_base carries exactly one entry — the detached-volume finding R-1 produced; only_in_variant is empty.</a:t>
            </a:r>
          </a:p>
          <a:p>
            <a:pPr algn="l" marL="274320" indent="-274320">
              <a:lnSpc>
                <a:spcPct val="122000"/>
              </a:lnSpc>
              <a:spcAft>
                <a:spcPts val="12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The tool reports its own verdict: effect_observed true, sponsor_acceptance true.</a:t>
            </a:r>
          </a:p>
          <a:p>
            <a:pPr algn="l" marL="274320" indent="-274320">
              <a:lnSpc>
                <a:spcPct val="122000"/>
              </a:lnSpc>
              <a:spcAft>
                <a:spcPts val="12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This is the program's output, not a rendering of it.</a:t>
            </a:r>
          </a:p>
        </p:txBody>
      </p:sp>
      <p:pic>
        <p:nvPicPr>
          <p:cNvPr id="8" name="Picture 7" descr="hero-frame.png"/>
          <p:cNvPicPr>
            <a:picLocks noChangeAspect="1"/>
          </p:cNvPicPr>
          <p:nvPr/>
        </p:nvPicPr>
        <p:blipFill>
          <a:blip r:embed="rId2"/>
          <a:srcRect l="382" r="382" t="536" b="536"/>
          <a:stretch>
            <a:fillRect/>
          </a:stretch>
        </p:blipFill>
        <p:spPr>
          <a:xfrm>
            <a:off x="5349240" y="1874519"/>
            <a:ext cx="5897880" cy="4202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WHAT WENT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Our guard caught a supplier bug in production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The live engine’s CSV parser silently truncated cells at embedded quotes — row counts and headers still looked perfect.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Our content-digest check rejected every affected fetch, so the run degraded to fixture data honestly instead of feeding corrupted rules to an agent.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Response: a quote-safe re-export with unchanged digests, new immutable snapshots, and v1 revoked and dropped.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“A connector’s happy path is not its contract — validate the payload after the wire, not just the status code.”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Measured, not promised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3 / 3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Curated scenarios — precision, recall and verdict accuracy all 1.0, deterministic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71416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4FD1C5"/>
                </a:solidFill>
                <a:latin typeface="Arial"/>
              </a:rPr>
              <a:t>10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Held-out generated tenancies, same scores; the generator exposed two defects the curated set missed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1" y="192024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164592" rIns="164592" tIns="91440" bIns="91440"/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2B36B"/>
                </a:solidFill>
                <a:latin typeface="Arial"/>
              </a:rPr>
              <a:t>465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9BA6B8"/>
                </a:solidFill>
                <a:latin typeface="Arial"/>
              </a:rPr>
              <a:t>Tests, including sample-mode isolation enforced by blocking sockets and subprocess creation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69080"/>
            <a:ext cx="10362895" cy="1920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Undefined metrics stay n/a rather than being scored as perfect; a clean tenancy must produce no findings at all.</a:t>
            </a:r>
          </a:p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Every external call has a timeout, every loop has a cap, and a run finishes in minutes.</a:t>
            </a:r>
          </a:p>
          <a:p>
            <a:pPr algn="l" marL="274320" indent="-274320">
              <a:lnSpc>
                <a:spcPct val="122000"/>
              </a:lnSpc>
              <a:spcAft>
                <a:spcPts val="800"/>
              </a:spcAft>
              <a:buFont typeface="Arial"/>
              <a:buChar char="—"/>
            </a:pPr>
            <a:r>
              <a:rPr sz="1450" b="0">
                <a:solidFill>
                  <a:srgbClr val="EDEFF4"/>
                </a:solidFill>
                <a:latin typeface="Arial"/>
              </a:rPr>
              <a:t>Packaging verified from a fresh public clone, and the offline path re-run with network and DNS denied.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How it was built — attributed honestly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62895" cy="411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Cursor drove the first two tasks before its free-tier quota ran out; the blocker was posted and the sessions are retained.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Hermes drove the remaining tasks with tests first; per-task attribution lives in the committed build log.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Every mutating step on the live Zetaris instance went through a dry-run approval package first — recorded in decisions.md.</a:t>
            </a:r>
          </a:p>
          <a:p>
            <a:pPr algn="l" marL="274320" indent="-274320">
              <a:lnSpc>
                <a:spcPct val="122000"/>
              </a:lnSpc>
              <a:spcAft>
                <a:spcPts val="1300"/>
              </a:spcAft>
              <a:buFont typeface="Arial"/>
              <a:buChar char="—"/>
            </a:pPr>
            <a:r>
              <a:rPr sz="1700" b="0">
                <a:solidFill>
                  <a:srgbClr val="EDEFF4"/>
                </a:solidFill>
                <a:latin typeface="Arial"/>
              </a:rPr>
              <a:t>Pre-existing components are declared in the submission form; the build window work is scored separately.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20624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4FD1C5"/>
                </a:solidFill>
                <a:latin typeface="Arial"/>
              </a:rPr>
              <a:t>REPRODUCE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900" b="1">
                <a:solidFill>
                  <a:srgbClr val="EDEFF4"/>
                </a:solidFill>
                <a:latin typeface="Arial"/>
              </a:rPr>
              <a:t>Run it yourself — no keys required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627632"/>
            <a:ext cx="1371600" cy="0"/>
          </a:xfrm>
          <a:prstGeom prst="line">
            <a:avLst/>
          </a:prstGeom>
          <a:ln w="31750">
            <a:solidFill>
              <a:srgbClr val="4FD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629107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Driftwatch  ·  Open Agent Hackathon 2026  ·  Wildcard [Tinkerer]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29107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9BA6B8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10362895" cy="2487168"/>
          </a:xfrm>
          <a:prstGeom prst="roundRect">
            <a:avLst>
              <a:gd name="adj" fmla="val 6000"/>
            </a:avLst>
          </a:prstGeom>
          <a:solidFill>
            <a:srgbClr val="1E222C"/>
          </a:solidFill>
          <a:ln>
            <a:noFill/>
          </a:ln>
          <a:effectLst/>
        </p:spPr>
        <p:txBody>
          <a:bodyPr rtlCol="0" anchor="t" wrap="square" lIns="274320" rIns="164592" tIns="237744" bIns="91440"/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git clone https://github.com/antnoumous/antynomoushackathon26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cd antynomoushackathon26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python3.11 -m venv .venv &amp;&amp; . .venv/bin/activate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pip install -r requirements.txt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4FD1C5"/>
                </a:solidFill>
                <a:latin typeface="Menlo"/>
              </a:rPr>
              <a:t> 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EDEFF4"/>
                </a:solidFill>
                <a:latin typeface="Menlo"/>
              </a:rPr>
              <a:t>python run.py             # full agent, cached data, no credentials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>
                <a:solidFill>
                  <a:srgbClr val="EDEFF4"/>
                </a:solidFill>
                <a:latin typeface="Menlo"/>
              </a:rPr>
              <a:t>python -m evals.run_eval  # precision / recall / determinism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3628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BA6B8"/>
                </a:solidFill>
                <a:latin typeface="Arial"/>
              </a:rPr>
              <a:t>Sample mode needs no credentials, no network and no model. Sponsor settings are read only after sample mode is selected.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>
                <a:solidFill>
                  <a:srgbClr val="EDEFF4"/>
                </a:solidFill>
                <a:latin typeface="Arial"/>
              </a:rPr>
              <a:t>Every claim traces to evidence — every failure degrades honestly.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