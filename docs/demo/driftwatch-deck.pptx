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Driftwatch audits an OCI tenancy for cost waste and shadow infrastructure. Four agents, one bounded loop, and every artefact comes out of the run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is not 'an LLM reads your cloud bill'. It is auditability: every claim traceable to a source, and a critique step that can throw a finding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deliberately boring: four names, explicit handoffs, hard caps. Everything it does is in the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Zetaris is the governed-data seam. The causal proof: removing one rule removes exactly the one finding that rule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a judge can verify without any sponsor credentials: run the script, read the acceptance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deliberately unflattering. A configured provider with zero attempts is not an integration success, and the report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runs, one rule removed. The delta is one finding, and the guards are shown failing closed rather than silently succeeding.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slide: the guard that was built to catch our own bad data caught the vendor's.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a slide are cheap. These are the ones the repo can reproduce, including the two defects the held-out generator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Attribution is a rule, not a courtesy. This slide lists what each tool actually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can clone and run this in two commands. Nothing installs at run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1732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4FD1C5"/>
                </a:solidFill>
                <a:latin typeface="Arial"/>
              </a:rPr>
              <a:t>OPEN AGENT HACKATHON 2026  ·  WILDCARD [TINKERER]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47088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400" b="1">
                <a:solidFill>
                  <a:srgbClr val="EDEFF4"/>
                </a:solidFill>
                <a:latin typeface="Arial"/>
              </a:rPr>
              <a:t>Driftwatch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35808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EDEFF4"/>
                </a:solidFill>
                <a:latin typeface="Arial"/>
              </a:rPr>
              <a:t>An OCI tenancy auditor that argues with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1363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9BA6B8"/>
                </a:solidFill>
                <a:latin typeface="Arial"/>
              </a:rPr>
              <a:t>Evidence lineage  ·  adversarial critique  ·  a live sponsor data plane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4892040"/>
            <a:ext cx="10362895" cy="0"/>
          </a:xfrm>
          <a:prstGeom prst="line">
            <a:avLst/>
          </a:prstGeom>
          <a:ln w="12700">
            <a:solidFill>
              <a:srgbClr val="2A3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102352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Four agents, one bounded loop. Every finding carries the evidence
that produced it — and can be retracted when the evidence disagrees.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2655" y="5102352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solo build</a:t>
            </a:r>
          </a:p>
          <a:p>
            <a:pPr algn="r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Zetaris + Meterless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Confident verdicts, no receipts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Cloud tenancies accumulate waste and unattributed “shadow” resources that nobody declared and nobody owns.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LLM audit demos produce confident findings with no way to check how they were derived — and no way to disagree with them.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Trust needs three things: evidence for every claim, a critic that can reject a finding, and a reproducible record of the reasoning.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And the auditor should consume governed data where governance already lives — not a scraped summary of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Four named agents, one bounded loop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EFF4"/>
                </a:solidFill>
                <a:latin typeface="Arial"/>
              </a:rPr>
              <a:t>Planner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asks the
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39312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4FD1C5"/>
                </a:solidFill>
                <a:latin typeface="Arial"/>
              </a:rPr>
              <a:t>Scout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gathers
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4FD1C5"/>
                </a:solidFill>
                <a:latin typeface="Arial"/>
              </a:rPr>
              <a:t>Skeptic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attacks
the claim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89136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EFF4"/>
                </a:solidFill>
                <a:latin typeface="Arial"/>
              </a:rPr>
              <a:t>Writer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synthesises
what survives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01568"/>
            <a:ext cx="10362895" cy="25877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Handoffs, critique and retries are written to JSONL: which agent acted, on what input, with what status.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The Skeptic can reject a finding and force re-investigation — rejection is as visible as acceptance.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A figures guard refuses any number in the report that no evidence item supports.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Hand-rolled, no orchestration framework: rounds, per-source deadlines and a total budget are all capped.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ZETARIS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data plane, live and least-privileged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Policy snapshots are published as immutable tables on the live Zetaris AI Data Gateway (synthetic data, real engine).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agent fetches them through two pinned SELECTs, then re-verifies row count, content digest and scope hash after transport — before any agent sees a rule.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runtime identity is SELECT-only; the refusal of CREATE and GRANT is recorded evidence, not a promise.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 failed digest degrades explicitly to the file source. It never silently serves a rule it could not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1 → 0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Republish without rule R-1: exactly one finding disappears, everything else is unchanged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4048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2 SELECTs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Pinned queries, digest and scope re-validated after the wire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METERLESS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World Model is load-bearing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An engine in app/world_model/: an immutable observation store, validated ingestion, and a context builder whose selections pin one exact run and source revision.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Scout and Skeptic both read their context through it. Every finding carries the provenance of the observation behind it.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Observations cannot be rewritten in place; a later snapshot cannot retro-fit an earlier candidate.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Acceptance is generated, not written: scripts/verify_world_model.py regenerates the proof offline, with no credentials and no network.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2 agents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Scout and Skeptic both read their context through it — not renamed state, not an unused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4048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offline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Proof regenerated locally; no sponsor runtime required to check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METERLESS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Nightshift: wired, not yet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provider implements the documented contract: bearer auth, meterless-app header, /v1/models discovery before selection, three JSON schemas, a 60-second budget.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Redirects are refused, automatic POST retries are disabled, and a slow body cannot outrun the remaining audit deadline.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Accounting is truthful: real attempts, real fallbacks, and zero attempts reported as not_used rather than dressed up as a success.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No request has been served. The vendor’s Mac builds are ad-hoc signed and Gatekeeper rejects them; we did not bypass macOS security.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9601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nightshift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F2B36B"/>
                </a:solidFill>
                <a:latin typeface="Arial"/>
              </a:rPr>
              <a:t>not_used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063240"/>
            <a:ext cx="2724912" cy="14813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attempts   0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successes  0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fallbacks 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causal experiment — not a demo branch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BA6B8"/>
                </a:solidFill>
                <a:latin typeface="Arial"/>
              </a:rPr>
              <a:t>Same scenario, same code, one rule unpublished.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395728"/>
          <a:ext cx="10360152" cy="1417320"/>
        </p:xfrm>
        <a:graphic>
          <a:graphicData uri="http://schemas.openxmlformats.org/drawingml/2006/table">
            <a:tbl>
              <a:tblPr firstRow="1" bandRow="1"/>
              <a:tblGrid>
                <a:gridCol w="1828800"/>
                <a:gridCol w="2834640"/>
                <a:gridCol w="1188720"/>
                <a:gridCol w="4507992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live run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policy snapshot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rules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finding from R-1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EDEFF4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example1_base_v2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accepted · cost_waste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EDEFF4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example1_no_volume_v2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FD1C5"/>
                          </a:solidFill>
                          <a:latin typeface="Arial"/>
                        </a:rPr>
                        <a:t>gone — and nothing else moved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4224528"/>
            <a:ext cx="10362895" cy="5669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274320" rIns="164592" tIns="91440" bIns="91440"/>
          <a:lstStyle/>
          <a:p>
            <a:pPr algn="l"/>
            <a:r>
              <a:rPr sz="1200" b="1">
                <a:solidFill>
                  <a:srgbClr val="F2B36B"/>
                </a:solidFill>
                <a:latin typeface="Arial"/>
              </a:rPr>
              <a:t>dead endpoint</a:t>
            </a:r>
            <a:r>
              <a:rPr sz="1200">
                <a:solidFill>
                  <a:srgbClr val="9BA6B8"/>
                </a:solidFill>
                <a:latin typeface="Arial"/>
              </a:rPr>
              <a:t>     degrades honestly — sponsor_acceptance: FALSE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937760"/>
            <a:ext cx="10362895" cy="5669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274320" rIns="164592" tIns="91440" bIns="91440"/>
          <a:lstStyle/>
          <a:p>
            <a:pPr algn="l"/>
            <a:r>
              <a:rPr sz="1200" b="1">
                <a:solidFill>
                  <a:srgbClr val="F2B36B"/>
                </a:solidFill>
                <a:latin typeface="Arial"/>
              </a:rPr>
              <a:t>tampered digest pin</a:t>
            </a:r>
            <a:r>
              <a:rPr sz="1200">
                <a:solidFill>
                  <a:srgbClr val="9BA6B8"/>
                </a:solidFill>
                <a:latin typeface="Arial"/>
              </a:rPr>
              <a:t>     rejected before use — zero fabricated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WHAT WENT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Our guard caught a supplier bug in production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live engine’s CSV parser silently truncated cells at embedded quotes — row counts and headers still looked perfect.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Our content-digest check rejected every affected fetch, so the run degraded to fixture data honestly instead of feeding corrupted rules to an agent.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Response: a quote-safe re-export with unchanged digests, new immutable snapshots, and v1 revoked and dropped.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“A connector’s happy path is not its contract — validate the payload after the wire, not just the status code.”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Measured, not promised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3 / 3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Curated scenarios — precision, recall and verdict accuracy all 1.0, deterministic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1416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10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Held-out generated tenancies, same scores; the generator exposed two defects the curated set missed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465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Tests, including sample-mode isolation enforced by blocking sockets and subprocess creation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10362895" cy="1920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Undefined metrics stay n/a rather than being scored as perfect; a clean tenancy must produce no findings at all.</a:t>
            </a:r>
          </a:p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Every external call has a timeout, every loop has a cap, and a run finishes in minutes.</a:t>
            </a:r>
          </a:p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Packaging verified from a fresh public clone, and the offline path re-run with network and DNS denied.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How it was built — attributed honestly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Cursor drove the first two tasks before its free-tier quota ran out; the blocker was posted and the sessions are retained.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Hermes drove the remaining tasks with tests first; per-task attribution lives in the committed build log.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Every mutating step on the live Zetaris instance went through a dry-run approval package first — recorded in decisions.md.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Pre-existing components are declared in the submission form; the build window work is scored separately.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Run it yourself — no keys required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10362895" cy="248716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274320" rIns="164592" tIns="237744" bIns="9144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git clone https://github.com/antnoumous/antynomoushackathon26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cd antynomoushackathon26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python3.11 -m venv .venv &amp;&amp; . .venv/bin/activate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 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EDEFF4"/>
                </a:solidFill>
                <a:latin typeface="Menlo"/>
              </a:rPr>
              <a:t>python run.py             # full agent, cached data, no credentials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EDEFF4"/>
                </a:solidFill>
                <a:latin typeface="Menlo"/>
              </a:rPr>
              <a:t>python -m evals.run_eval  # precision / recall / determinism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BA6B8"/>
                </a:solidFill>
                <a:latin typeface="Arial"/>
              </a:rPr>
              <a:t>Sample mode needs no credentials, no network and no model. Sponsor settings are read only after sample mode is selected.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EDEFF4"/>
                </a:solidFill>
                <a:latin typeface="Arial"/>
              </a:rPr>
              <a:t>Every claim traces to evidence — every failure degrades honestly.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